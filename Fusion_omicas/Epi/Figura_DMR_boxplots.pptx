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0191" autoAdjust="0"/>
  </p:normalViewPr>
  <p:slideViewPr>
    <p:cSldViewPr snapToGrid="0">
      <p:cViewPr>
        <p:scale>
          <a:sx n="78" d="100"/>
          <a:sy n="78" d="100"/>
        </p:scale>
        <p:origin x="-396" y="-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FAC9-DC69-4BAA-9DB2-6EDAAA446BCA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DC79-0366-4EF9-AF82-9B99EF4AD8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2957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FAC9-DC69-4BAA-9DB2-6EDAAA446BCA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DC79-0366-4EF9-AF82-9B99EF4AD8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9869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FAC9-DC69-4BAA-9DB2-6EDAAA446BCA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DC79-0366-4EF9-AF82-9B99EF4AD8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7559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FAC9-DC69-4BAA-9DB2-6EDAAA446BCA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DC79-0366-4EF9-AF82-9B99EF4AD8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827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FAC9-DC69-4BAA-9DB2-6EDAAA446BCA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DC79-0366-4EF9-AF82-9B99EF4AD8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2022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FAC9-DC69-4BAA-9DB2-6EDAAA446BCA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DC79-0366-4EF9-AF82-9B99EF4AD8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0347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FAC9-DC69-4BAA-9DB2-6EDAAA446BCA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DC79-0366-4EF9-AF82-9B99EF4AD8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468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FAC9-DC69-4BAA-9DB2-6EDAAA446BCA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DC79-0366-4EF9-AF82-9B99EF4AD8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3857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FAC9-DC69-4BAA-9DB2-6EDAAA446BCA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DC79-0366-4EF9-AF82-9B99EF4AD8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9814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FAC9-DC69-4BAA-9DB2-6EDAAA446BCA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DC79-0366-4EF9-AF82-9B99EF4AD8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7193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FAC9-DC69-4BAA-9DB2-6EDAAA446BCA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DC79-0366-4EF9-AF82-9B99EF4AD8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5589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0FAC9-DC69-4BAA-9DB2-6EDAAA446BCA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FDC79-0366-4EF9-AF82-9B99EF4AD8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14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7"/>
          <p:cNvCxnSpPr>
            <a:stCxn id="29" idx="1"/>
            <a:endCxn id="31" idx="1"/>
          </p:cNvCxnSpPr>
          <p:nvPr/>
        </p:nvCxnSpPr>
        <p:spPr>
          <a:xfrm>
            <a:off x="5971696" y="5852160"/>
            <a:ext cx="5657595" cy="217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/>
          <p:cNvSpPr/>
          <p:nvPr/>
        </p:nvSpPr>
        <p:spPr>
          <a:xfrm flipH="1">
            <a:off x="6398687" y="5631180"/>
            <a:ext cx="45719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16"/>
          <p:cNvSpPr/>
          <p:nvPr/>
        </p:nvSpPr>
        <p:spPr>
          <a:xfrm flipH="1">
            <a:off x="6934389" y="5631180"/>
            <a:ext cx="45719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Rectángulo 17"/>
          <p:cNvSpPr/>
          <p:nvPr/>
        </p:nvSpPr>
        <p:spPr>
          <a:xfrm flipH="1">
            <a:off x="8443951" y="5631180"/>
            <a:ext cx="45719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/>
          <p:cNvSpPr/>
          <p:nvPr/>
        </p:nvSpPr>
        <p:spPr>
          <a:xfrm flipH="1">
            <a:off x="8828518" y="5623560"/>
            <a:ext cx="1800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/>
          <p:cNvSpPr/>
          <p:nvPr/>
        </p:nvSpPr>
        <p:spPr>
          <a:xfrm flipH="1">
            <a:off x="9083687" y="5623560"/>
            <a:ext cx="1800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Rectángulo 20"/>
          <p:cNvSpPr/>
          <p:nvPr/>
        </p:nvSpPr>
        <p:spPr>
          <a:xfrm flipH="1">
            <a:off x="9328766" y="5631180"/>
            <a:ext cx="1800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ángulo 21"/>
          <p:cNvSpPr/>
          <p:nvPr/>
        </p:nvSpPr>
        <p:spPr>
          <a:xfrm flipH="1">
            <a:off x="9667614" y="5623560"/>
            <a:ext cx="1800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Rectángulo 22"/>
          <p:cNvSpPr/>
          <p:nvPr/>
        </p:nvSpPr>
        <p:spPr>
          <a:xfrm flipH="1">
            <a:off x="9574397" y="5623560"/>
            <a:ext cx="1800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Rectángulo 23"/>
          <p:cNvSpPr/>
          <p:nvPr/>
        </p:nvSpPr>
        <p:spPr>
          <a:xfrm flipH="1">
            <a:off x="10735299" y="5623560"/>
            <a:ext cx="1800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Rectángulo 25"/>
          <p:cNvSpPr/>
          <p:nvPr/>
        </p:nvSpPr>
        <p:spPr>
          <a:xfrm flipH="1">
            <a:off x="11171201" y="5623560"/>
            <a:ext cx="1800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ángulo 26"/>
          <p:cNvSpPr/>
          <p:nvPr/>
        </p:nvSpPr>
        <p:spPr>
          <a:xfrm flipH="1">
            <a:off x="11418091" y="5623560"/>
            <a:ext cx="1800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Rectángulo 27"/>
          <p:cNvSpPr/>
          <p:nvPr/>
        </p:nvSpPr>
        <p:spPr>
          <a:xfrm flipH="1">
            <a:off x="11553382" y="5631180"/>
            <a:ext cx="1800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 28"/>
          <p:cNvSpPr/>
          <p:nvPr/>
        </p:nvSpPr>
        <p:spPr>
          <a:xfrm flipH="1">
            <a:off x="5925977" y="5762160"/>
            <a:ext cx="45719" cy="1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Rectángulo 29"/>
          <p:cNvSpPr/>
          <p:nvPr/>
        </p:nvSpPr>
        <p:spPr>
          <a:xfrm flipH="1">
            <a:off x="5987208" y="5623560"/>
            <a:ext cx="1800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Rectángulo 30"/>
          <p:cNvSpPr/>
          <p:nvPr/>
        </p:nvSpPr>
        <p:spPr>
          <a:xfrm flipH="1">
            <a:off x="11583572" y="5764337"/>
            <a:ext cx="45719" cy="1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9" name="Conector recto de flecha 38"/>
          <p:cNvCxnSpPr/>
          <p:nvPr/>
        </p:nvCxnSpPr>
        <p:spPr>
          <a:xfrm flipH="1" flipV="1">
            <a:off x="11089291" y="6259055"/>
            <a:ext cx="5400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/>
          <p:cNvCxnSpPr/>
          <p:nvPr/>
        </p:nvCxnSpPr>
        <p:spPr>
          <a:xfrm>
            <a:off x="11629291" y="6150368"/>
            <a:ext cx="0" cy="10868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Imagen 8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52" y="5225640"/>
            <a:ext cx="5274358" cy="970422"/>
          </a:xfrm>
          <a:prstGeom prst="rect">
            <a:avLst/>
          </a:prstGeom>
        </p:spPr>
      </p:pic>
      <p:pic>
        <p:nvPicPr>
          <p:cNvPr id="88" name="Imagen 8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20" y="327917"/>
            <a:ext cx="6968490" cy="4645660"/>
          </a:xfrm>
          <a:prstGeom prst="rect">
            <a:avLst/>
          </a:prstGeom>
        </p:spPr>
      </p:pic>
      <p:sp>
        <p:nvSpPr>
          <p:cNvPr id="89" name="Cerrar llave 88">
            <a:extLst>
              <a:ext uri="{FF2B5EF4-FFF2-40B4-BE49-F238E27FC236}">
                <a16:creationId xmlns:a16="http://schemas.microsoft.com/office/drawing/2014/main" id="{6B8A84A2-52BF-44B3-8D22-E8F218E06E19}"/>
              </a:ext>
            </a:extLst>
          </p:cNvPr>
          <p:cNvSpPr/>
          <p:nvPr/>
        </p:nvSpPr>
        <p:spPr>
          <a:xfrm rot="5400000">
            <a:off x="3118414" y="3541921"/>
            <a:ext cx="304633" cy="5274361"/>
          </a:xfrm>
          <a:prstGeom prst="rightBrace">
            <a:avLst>
              <a:gd name="adj1" fmla="val 28614"/>
              <a:gd name="adj2" fmla="val 50000"/>
            </a:avLst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673C2D62-3018-462F-88D0-17B347BCB93F}"/>
              </a:ext>
            </a:extLst>
          </p:cNvPr>
          <p:cNvSpPr txBox="1"/>
          <p:nvPr/>
        </p:nvSpPr>
        <p:spPr>
          <a:xfrm>
            <a:off x="2537227" y="9148316"/>
            <a:ext cx="2956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chr15: 97960483-97960722</a:t>
            </a:r>
          </a:p>
        </p:txBody>
      </p:sp>
      <p:sp>
        <p:nvSpPr>
          <p:cNvPr id="91" name="Rectángulo 90"/>
          <p:cNvSpPr/>
          <p:nvPr/>
        </p:nvSpPr>
        <p:spPr>
          <a:xfrm>
            <a:off x="2186490" y="6375992"/>
            <a:ext cx="2659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smtClean="0"/>
              <a:t>chr7: 99618778-99648278</a:t>
            </a:r>
            <a:endParaRPr lang="es-ES" dirty="0"/>
          </a:p>
        </p:txBody>
      </p: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BB6754BC-C0E2-4C18-95B1-747694AA02B0}"/>
              </a:ext>
            </a:extLst>
          </p:cNvPr>
          <p:cNvCxnSpPr>
            <a:cxnSpLocks/>
          </p:cNvCxnSpPr>
          <p:nvPr/>
        </p:nvCxnSpPr>
        <p:spPr>
          <a:xfrm flipV="1">
            <a:off x="1179947" y="5292000"/>
            <a:ext cx="0" cy="2160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7A760E49-BFE5-468F-98F6-662DA68DB48B}"/>
              </a:ext>
            </a:extLst>
          </p:cNvPr>
          <p:cNvCxnSpPr>
            <a:cxnSpLocks/>
          </p:cNvCxnSpPr>
          <p:nvPr/>
        </p:nvCxnSpPr>
        <p:spPr>
          <a:xfrm flipV="1">
            <a:off x="1455996" y="4965749"/>
            <a:ext cx="459888" cy="32823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BB6754BC-C0E2-4C18-95B1-747694AA02B0}"/>
              </a:ext>
            </a:extLst>
          </p:cNvPr>
          <p:cNvCxnSpPr>
            <a:cxnSpLocks/>
          </p:cNvCxnSpPr>
          <p:nvPr/>
        </p:nvCxnSpPr>
        <p:spPr>
          <a:xfrm flipV="1">
            <a:off x="1455997" y="5292000"/>
            <a:ext cx="0" cy="2160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BB6754BC-C0E2-4C18-95B1-747694AA02B0}"/>
              </a:ext>
            </a:extLst>
          </p:cNvPr>
          <p:cNvCxnSpPr>
            <a:cxnSpLocks/>
          </p:cNvCxnSpPr>
          <p:nvPr/>
        </p:nvCxnSpPr>
        <p:spPr>
          <a:xfrm flipV="1">
            <a:off x="1570993" y="5328000"/>
            <a:ext cx="0" cy="1800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7A760E49-BFE5-468F-98F6-662DA68DB48B}"/>
              </a:ext>
            </a:extLst>
          </p:cNvPr>
          <p:cNvCxnSpPr>
            <a:cxnSpLocks/>
          </p:cNvCxnSpPr>
          <p:nvPr/>
        </p:nvCxnSpPr>
        <p:spPr>
          <a:xfrm flipV="1">
            <a:off x="1570944" y="4956733"/>
            <a:ext cx="1527518" cy="371267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7A760E49-BFE5-468F-98F6-662DA68DB48B}"/>
              </a:ext>
            </a:extLst>
          </p:cNvPr>
          <p:cNvCxnSpPr>
            <a:cxnSpLocks/>
          </p:cNvCxnSpPr>
          <p:nvPr/>
        </p:nvCxnSpPr>
        <p:spPr>
          <a:xfrm flipH="1" flipV="1">
            <a:off x="997527" y="4984599"/>
            <a:ext cx="182421" cy="29993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BB6754BC-C0E2-4C18-95B1-747694AA02B0}"/>
              </a:ext>
            </a:extLst>
          </p:cNvPr>
          <p:cNvCxnSpPr>
            <a:cxnSpLocks/>
          </p:cNvCxnSpPr>
          <p:nvPr/>
        </p:nvCxnSpPr>
        <p:spPr>
          <a:xfrm flipV="1">
            <a:off x="1691550" y="5400000"/>
            <a:ext cx="0" cy="1080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7A760E49-BFE5-468F-98F6-662DA68DB48B}"/>
              </a:ext>
            </a:extLst>
          </p:cNvPr>
          <p:cNvCxnSpPr>
            <a:cxnSpLocks/>
          </p:cNvCxnSpPr>
          <p:nvPr/>
        </p:nvCxnSpPr>
        <p:spPr>
          <a:xfrm flipV="1">
            <a:off x="1685940" y="4984599"/>
            <a:ext cx="2755139" cy="41540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5352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6</Words>
  <Application>Microsoft Office PowerPoint</Application>
  <PresentationFormat>Panorámica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CBM</dc:creator>
  <cp:lastModifiedBy>CBM</cp:lastModifiedBy>
  <cp:revision>13</cp:revision>
  <dcterms:created xsi:type="dcterms:W3CDTF">2026-06-22T12:02:43Z</dcterms:created>
  <dcterms:modified xsi:type="dcterms:W3CDTF">2026-06-22T16:01:23Z</dcterms:modified>
</cp:coreProperties>
</file>